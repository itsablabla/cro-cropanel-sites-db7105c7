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nomadinternet.com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A (93/100)  ·  10 findings  ·  3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site's primary conversion mechanism is the coverage-check form, but it is diluted by duplicate forms and competing CTAs on the homepage and plans pages, while trust signals like reviews and guarantees are absent near pricing, undermining the confidence needed to convert. Consolidating the coverage check into a single, consistent path and placing social proof adjacent to pricing would directly increase conversion.</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1.1–4.6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Three standard security headers are absent, weakening protection against common attacks.</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Multiple competing primary CTAs</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Homepage has seven different CTAs, making the next step ambiguous and diluting conversion focus.</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Coverage check appears twice</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same coverage-check action is labeled differently across pages, potentially causing users to restart the journey.</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Trust badges not evidenced</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Claims like 'As Featured In' lack supporting logos or badges, reducing credibility.</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Meta description and Open Graph tags are missing or too short, degrading search and social previews.</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No reviews near pricing</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High · Low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Social proof heading exists but no review content appears near pricing, reducing trust at the decision point.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3 of 6 standard security headers are absent, which weakens protection against XSS, clickjacking and downgrade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Multiple competing primary CTAs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"ctas: CHECK COVERAGE | CHECK IF IT WORKS AT MY ADDRESS | SEE MY OPTIONS | GET STARTED | START CHAT | SEE WHAT I QUALIFY FOR | CHECK MY COVERAGE"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presents several distinct calls to action that point users down different paths, making the next step ambiguous.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Coverage check appears twice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"ctas: CHECK COVERAGE"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funnel repeats the same coverage-check action with different labels, potentially causing users to restart the journey.</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Trust badges not evidenced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"h2: As Featured In:"</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pages reference being 'As Featured In' and 'America's Largest Wireless Internet Provider' but no logos, press mentions, or verification badges appear in the digest to support these credibility claims.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page metadata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homepage: title 17 chars (15-60 recommended); description 0 chars (70-160 recommended); og:title missing, og:image missing."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Search and social previews are degraded: meta description, Open Graph tags are missing or outside recommended lengths.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Coverage check appears twice</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No reviews near pricing</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Guarantee signal absent</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Images missing alt text</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Missing security headers</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Multiple competing primary CTAs</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Trust badges not evidenced</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Duplicate pricing pages compete</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Multiple duplicate forms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